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Tourism Experience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EDA, Regression, Classification &amp; Recommendation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Ratings Distribution</a:t>
            </a:r>
          </a:p>
        </p:txBody>
      </p:sp>
      <p:pic>
        <p:nvPicPr>
          <p:cNvPr id="3" name="Picture 2" descr="Figure 2025-08-19 140758 (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6946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Most Rated Attractions</a:t>
            </a:r>
          </a:p>
        </p:txBody>
      </p:sp>
      <p:pic>
        <p:nvPicPr>
          <p:cNvPr id="3" name="Picture 2" descr="Figure 2025-08-19 140758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9337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 Mode Distribution</a:t>
            </a:r>
          </a:p>
        </p:txBody>
      </p:sp>
      <p:pic>
        <p:nvPicPr>
          <p:cNvPr id="3" name="Picture 2" descr="Figure 2025-08-19 140758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53883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pic>
        <p:nvPicPr>
          <p:cNvPr id="3" name="Picture 2" descr="Figure 2025-08-19 140758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986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Preview - Regression</a:t>
            </a:r>
          </a:p>
        </p:txBody>
      </p:sp>
      <p:pic>
        <p:nvPicPr>
          <p:cNvPr id="3" name="Picture 2" descr="Screenshot (11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0270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Preview - EDA</a:t>
            </a:r>
          </a:p>
        </p:txBody>
      </p:sp>
      <p:pic>
        <p:nvPicPr>
          <p:cNvPr id="3" name="Picture 2" descr="Screenshot (11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0870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Preview - Classification</a:t>
            </a:r>
          </a:p>
        </p:txBody>
      </p:sp>
      <p:pic>
        <p:nvPicPr>
          <p:cNvPr id="3" name="Picture 2" descr="Screenshot (12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1370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Preview - Recommendation 1</a:t>
            </a:r>
          </a:p>
        </p:txBody>
      </p:sp>
      <p:pic>
        <p:nvPicPr>
          <p:cNvPr id="3" name="Picture 2" descr="Screenshot (12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1137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Preview - Recommendation 2</a:t>
            </a:r>
          </a:p>
        </p:txBody>
      </p:sp>
      <p:pic>
        <p:nvPicPr>
          <p:cNvPr id="3" name="Picture 2" descr="Screenshot (12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1103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